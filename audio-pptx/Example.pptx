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9fe809dcdf4b04" /><Relationship Type="http://schemas.openxmlformats.org/officeDocument/2006/relationships/extended-properties" Target="/docProps/app.xml" Id="R104588d09a474021" /><Relationship Type="http://schemas.openxmlformats.org/officeDocument/2006/relationships/officeDocument" Target="/ppt/presentation.xml" Id="Ra7111a0faa2c44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d4363076ad45bc"/>
  </p:sldMasterIdLst>
  <p:notesMasterIdLst>
    <p:notesMasterId xmlns:r="http://schemas.openxmlformats.org/officeDocument/2006/relationships" r:id="Rc10f56a849554f17"/>
  </p:notesMasterIdLst>
  <p:sldIdLst>
    <p:sldId xmlns:r="http://schemas.openxmlformats.org/officeDocument/2006/relationships" id="256" r:id="R6732d07c937b4935"/>
    <p:sldId xmlns:r="http://schemas.openxmlformats.org/officeDocument/2006/relationships" id="257" r:id="Rc13d52d95a784276"/>
    <p:sldId xmlns:r="http://schemas.openxmlformats.org/officeDocument/2006/relationships" id="258" r:id="R66e2c927da8442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8b1c3008c84c1d" /><Relationship Type="http://schemas.openxmlformats.org/officeDocument/2006/relationships/slideMaster" Target="/ppt/slideMasters/slideMaster1.xml" Id="R34d4363076ad45bc" /><Relationship Type="http://schemas.openxmlformats.org/officeDocument/2006/relationships/notesMaster" Target="/ppt/notesMasters/notesMaster1.xml" Id="Rc10f56a849554f17" /><Relationship Type="http://schemas.openxmlformats.org/officeDocument/2006/relationships/presProps" Target="/ppt/presProps.xml" Id="Rb93512d8f5d34f2d" /><Relationship Type="http://schemas.openxmlformats.org/officeDocument/2006/relationships/tableStyles" Target="/ppt/tableStyles.xml" Id="Re40dbb20ef2b46e2" /><Relationship Type="http://schemas.openxmlformats.org/officeDocument/2006/relationships/slide" Target="/ppt/slides/slide1.xml" Id="R6732d07c937b4935" /><Relationship Type="http://schemas.openxmlformats.org/officeDocument/2006/relationships/slide" Target="/ppt/slides/slide2.xml" Id="Rc13d52d95a784276" /><Relationship Type="http://schemas.openxmlformats.org/officeDocument/2006/relationships/slide" Target="/ppt/slides/slide3.xml" Id="R66e2c927da8442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b64e0f1ffd45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2e5c8b26264959" /><Relationship Type="http://schemas.openxmlformats.org/officeDocument/2006/relationships/notesMaster" Target="/ppt/notesMasters/notesMaster1.xml" Id="Rc4b25a02e7dc42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7ced65d7604527" /><Relationship Type="http://schemas.openxmlformats.org/officeDocument/2006/relationships/notesMaster" Target="/ppt/notesMasters/notesMaster1.xml" Id="Rebf586a1ae0549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99fdc61bc94a25" /><Relationship Type="http://schemas.openxmlformats.org/officeDocument/2006/relationships/notesMaster" Target="/ppt/notesMasters/notesMaster1.xml" Id="R9935c1da60f747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444d673b0a4e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ada3f9b5cc479d" /><Relationship Type="http://schemas.openxmlformats.org/officeDocument/2006/relationships/slideLayout" Target="/ppt/slideLayouts/slideLayout1.xml" Id="R817394a1ecde43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7394a1ecde43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89e8576894e9a" /><Relationship Type="http://schemas.openxmlformats.org/officeDocument/2006/relationships/notesSlide" Target="/ppt/notesSlides/notesSlide1.xml" Id="R38c253eff07d4c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e59fc4d554856" /><Relationship Type="http://schemas.openxmlformats.org/officeDocument/2006/relationships/notesSlide" Target="/ppt/notesSlides/notesSlide2.xml" Id="R02b67432f41148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a84d8846a4ccd" /><Relationship Type="http://schemas.openxmlformats.org/officeDocument/2006/relationships/notesSlide" Target="/ppt/notesSlides/notesSlide3.xml" Id="R5de6f808917b4c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DA480-D390-4366-B4B2-F9141FC6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Automatische Präsentation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EB337-4BAC-4E84-9441-C767CE71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47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3465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3465B"/>
                </a:solidFill>
                <a:latin typeface="Arial"/>
                <a:ea typeface="Arial"/>
                <a:cs typeface="Arial"/>
              </a:rPr>
              <a:t>Ein Beispiel mit deutscher Sprachausgabe</a:t>
            </a:r>
          </a:p>
        </p:txBody>
      </p:sp>
    </p:spTree>
    <p:extLst>
      <p:ext uri="{BB962C8B-B14F-4D97-AF65-F5344CB8AC3E}">
        <p14:creationId xmlns:p14="http://schemas.microsoft.com/office/powerpoint/2010/main" val="1835783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ACC9E-2972-4468-BB72-CE65A87C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48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Der Ablauf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28E5C-F722-4207-BFE7-32F8A2EA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47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3465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3465B"/>
                </a:solidFill>
                <a:latin typeface="Arial"/>
                <a:ea typeface="Arial"/>
                <a:cs typeface="Arial"/>
              </a:rPr>
              <a:t>Die Präsentation enthält die Folien.</a:t>
            </a:r>
          </a:p>
          <a:p xmlns:a="http://schemas.openxmlformats.org/drawingml/2006/main">
            <a:pPr>
              <a:defRPr sz="2250" b="0">
                <a:solidFill>
                  <a:srgbClr val="33465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3465B"/>
                </a:solidFill>
                <a:latin typeface="Arial"/>
                <a:ea typeface="Arial"/>
                <a:cs typeface="Arial"/>
              </a:rPr>
              <a:t>Das Word-Dokument enthält den gesprochenen Text.</a:t>
            </a:r>
          </a:p>
          <a:p xmlns:a="http://schemas.openxmlformats.org/drawingml/2006/main">
            <a:pPr>
              <a:defRPr sz="2250" b="0">
                <a:solidFill>
                  <a:srgbClr val="33465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3465B"/>
                </a:solidFill>
                <a:latin typeface="Arial"/>
                <a:ea typeface="Arial"/>
                <a:cs typeface="Arial"/>
              </a:rPr>
              <a:t>Jede Folie erhält eine eigene Audiodatei.</a:t>
            </a:r>
          </a:p>
        </p:txBody>
      </p:sp>
    </p:spTree>
    <p:extLst>
      <p:ext uri="{BB962C8B-B14F-4D97-AF65-F5344CB8AC3E}">
        <p14:creationId xmlns:p14="http://schemas.microsoft.com/office/powerpoint/2010/main" val="14154000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B6AFE-4764-499A-886C-7A7A4313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48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Die Wiedergabe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90613-7437-467A-A919-84A16163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47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3465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3465B"/>
                </a:solidFill>
                <a:latin typeface="Arial"/>
                <a:ea typeface="Arial"/>
                <a:cs typeface="Arial"/>
              </a:rPr>
              <a:t>Die Stimme beginnt beim Öffnen der Folie.</a:t>
            </a:r>
          </a:p>
          <a:p xmlns:a="http://schemas.openxmlformats.org/drawingml/2006/main">
            <a:pPr>
              <a:defRPr sz="2250" b="0">
                <a:solidFill>
                  <a:srgbClr val="33465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3465B"/>
                </a:solidFill>
                <a:latin typeface="Arial"/>
                <a:ea typeface="Arial"/>
                <a:cs typeface="Arial"/>
              </a:rPr>
              <a:t>Nach dem Text folgt die nächste Folie.</a:t>
            </a:r>
          </a:p>
          <a:p xmlns:a="http://schemas.openxmlformats.org/drawingml/2006/main">
            <a:pPr>
              <a:defRPr sz="2250" b="0">
                <a:solidFill>
                  <a:srgbClr val="33465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3465B"/>
                </a:solidFill>
                <a:latin typeface="Arial"/>
                <a:ea typeface="Arial"/>
                <a:cs typeface="Arial"/>
              </a:rPr>
              <a:t>Vielen Dank für Ihre Aufmerksamkeit.</a:t>
            </a:r>
          </a:p>
        </p:txBody>
      </p:sp>
    </p:spTree>
    <p:extLst>
      <p:ext uri="{BB962C8B-B14F-4D97-AF65-F5344CB8AC3E}">
        <p14:creationId xmlns:p14="http://schemas.microsoft.com/office/powerpoint/2010/main" val="1793007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2026-10-01T10:04:37.1370000Z</dcterms:created>
  <dcterms:modified xsi:type="dcterms:W3CDTF">2026-10-01T10:04:37.1370000Z</dcterms:modified>
</coreProperties>
</file>